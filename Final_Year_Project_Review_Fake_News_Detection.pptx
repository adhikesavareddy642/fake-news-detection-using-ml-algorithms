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E2D"/>
                </a:solidFill>
              </a:defRPr>
            </a:pPr>
            <a:r>
              <a:t>Fake News Detection Using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6078"/>
                </a:solidFill>
              </a:defRPr>
            </a:pPr>
            <a:r>
              <a:t>Final Year 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E2D"/>
                </a:solidFill>
              </a:defRPr>
            </a:pPr>
            <a:r>
              <a:t>Team Members: &lt;Name1&gt;, &lt;Name2&gt;, &lt;Name3&gt;</a:t>
            </a:r>
          </a:p>
          <a:p>
            <a:pPr>
              <a:defRPr sz="1800">
                <a:solidFill>
                  <a:srgbClr val="141E2D"/>
                </a:solidFill>
              </a:defRPr>
            </a:pPr>
            <a:r>
              <a:t>Guide: &lt;Guide Name&gt;</a:t>
            </a:r>
          </a:p>
          <a:p>
            <a:pPr>
              <a:defRPr sz="1800">
                <a:solidFill>
                  <a:srgbClr val="141E2D"/>
                </a:solidFill>
              </a:defRPr>
            </a:pPr>
            <a:r>
              <a:t>Department: &lt;Dept&gt;</a:t>
            </a:r>
          </a:p>
          <a:p>
            <a:pPr>
              <a:defRPr sz="1800">
                <a:solidFill>
                  <a:srgbClr val="141E2D"/>
                </a:solidFill>
              </a:defRPr>
            </a:pPr>
            <a:r>
              <a:t>College: &lt;College&gt;</a:t>
            </a:r>
          </a:p>
          <a:p>
            <a:pPr>
              <a:defRPr sz="1800">
                <a:solidFill>
                  <a:srgbClr val="141E2D"/>
                </a:solidFill>
              </a:defRPr>
            </a:pPr>
            <a:r>
              <a:t>Date: &lt;DD Month YYYY&gt;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E2D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1E2D"/>
                </a:solidFill>
              </a:defRPr>
            </a:pPr>
            <a:r>
              <a:t>Problem Statement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Objectives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Dataset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Methodology &amp; Model Pipeline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System Architecture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Results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Demo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E2D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1E2D"/>
                </a:solidFill>
              </a:defRPr>
            </a:pPr>
            <a:r>
              <a:t>Online platforms amplify misinformation at scale.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Manual fact-checking is slow and does not scale.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We need an automated system to classify news as FAKE or REAL with high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E2D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1E2D"/>
                </a:solidFill>
              </a:defRPr>
            </a:pPr>
            <a:r>
              <a:t>Build a text-based classifier for fake news detection.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Use a reproducible ML pipeline with clear preprocessing.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Deploy a simple web interface for real-time prediction.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Evaluate performance with a held-out test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E2D"/>
                </a:solidFill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1E2D"/>
                </a:solidFill>
              </a:defRPr>
            </a:pPr>
            <a:r>
              <a:t>Source: Fake or Real News dataset (CSV).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Records: 6335 articles.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Labels: REAL = 3171, FAKE = 3164 (balanced).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Fields: id, title, text, label.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E2D"/>
                </a:solidFill>
              </a:defRPr>
            </a:pPr>
            <a:r>
              <a:t>Preprocessing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1E2D"/>
                </a:solidFill>
              </a:defRPr>
            </a:pPr>
            <a:r>
              <a:t>Text cleaned and vectorized with TF-IDF.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English stop-words removed, max_df = 0.7.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High-dimensional sparse features for linear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E2D"/>
                </a:solidFill>
              </a:defRPr>
            </a:pPr>
            <a:r>
              <a:t>Model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1E2D"/>
                </a:solidFill>
              </a:defRPr>
            </a:pPr>
            <a:r>
              <a:t>Train/test split: 80/20, stratified, random_state=42.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TF-IDF Vectorizer → Logistic Regression (max_iter=1000).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Model saved as joblib artifact for inference.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E2D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1E2D"/>
                </a:solidFill>
              </a:defRPr>
            </a:pPr>
            <a:r>
              <a:t>User enters article text in Flask web UI.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Backend loads trained pipeline from artifacts.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Prediction endpoint returns label + confidence.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E2D"/>
                </a:solidFill>
              </a:defRPr>
            </a:pPr>
            <a:r>
              <a:t>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365760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00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006078"/>
                </a:solidFill>
              </a:defRPr>
            </a:pPr>
            <a:r>
              <a:t>Validation Accuracy</a:t>
            </a:r>
          </a:p>
          <a:p>
            <a:pPr>
              <a:defRPr sz="2800" b="1">
                <a:solidFill>
                  <a:srgbClr val="141E2D"/>
                </a:solidFill>
              </a:defRPr>
            </a:pPr>
            <a:r>
              <a:t>92.86%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645920"/>
            <a:ext cx="365760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00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006078"/>
                </a:solidFill>
              </a:defRPr>
            </a:pPr>
            <a:r>
              <a:t>Train/Test Split</a:t>
            </a:r>
          </a:p>
          <a:p>
            <a:pPr>
              <a:defRPr sz="2800" b="1">
                <a:solidFill>
                  <a:srgbClr val="141E2D"/>
                </a:solidFill>
              </a:defRPr>
            </a:pPr>
            <a:r>
              <a:t>80/20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645920"/>
            <a:ext cx="274320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00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006078"/>
                </a:solidFill>
              </a:defRPr>
            </a:pPr>
            <a:r>
              <a:t>Dataset Size</a:t>
            </a:r>
          </a:p>
          <a:p>
            <a:pPr>
              <a:defRPr sz="2800" b="1">
                <a:solidFill>
                  <a:srgbClr val="141E2D"/>
                </a:solidFill>
              </a:defRPr>
            </a:pPr>
            <a:r>
              <a:t>6335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1E2D"/>
                </a:solidFill>
              </a:defRPr>
            </a:pPr>
            <a:r>
              <a:t>Model performs strongly on held-out data.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Balanced labels reduce class bias.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E2D"/>
                </a:solidFill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1E2D"/>
                </a:solidFill>
              </a:defRPr>
            </a:pPr>
            <a:r>
              <a:t>Flask UI supports live predictions.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Outputs: Fake News / Real News + confidence score.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Placeholder: Insert UI screenshot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E2D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1E2D"/>
                </a:solidFill>
              </a:defRPr>
            </a:pPr>
            <a:r>
              <a:t>Built an end-to-end fake news detection system.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Achieved ~93% validation accuracy with TF-IDF + Logistic Regression.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Deployed a lightweight web interface for users.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E2D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1E2D"/>
                </a:solidFill>
              </a:defRPr>
            </a:pPr>
            <a:r>
              <a:t>Experiment with transformer-based models (BERT, RoBERTa).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Add explainability (top features, SHAP).</a:t>
            </a:r>
          </a:p>
          <a:p>
            <a:pPr>
              <a:defRPr sz="2200">
                <a:solidFill>
                  <a:srgbClr val="141E2D"/>
                </a:solidFill>
              </a:defRPr>
            </a:pPr>
            <a:r>
              <a:t>Improve UI with source links and credibility signals.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E2D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6078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